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Technology Gap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Competitor: tektelic_com | Generated: 2025-12-19 18:10:40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Competitor: https://tektelic.com</a:t>
            </a:r>
          </a:p>
          <a:p>
            <a:pPr/>
            <a:r>
              <a:t>Baseline: https://door.com</a:t>
            </a:r>
          </a:p>
          <a:p>
            <a:pPr/>
            <a:r>
              <a:t>Generated: 2025-12-19 18:10:40</a:t>
            </a:r>
          </a:p>
          <a:p>
            <a:pPr/>
            <a:r>
              <a:t>Input file: Titanium technology gap analysis.pdf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Comparison Report: Titanium vs. TEKTELIC vs.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report compares Titanium (company), TEKTELIC (competitor), and DOOR (baseline) IoT platform offerings in the domains of technology, market focus, deployment, customer support, and unique strengths.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Company Overview and Market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Aspect               | Titanium                                 | TEKTELIC                               | DOOR                                       |</a:t>
            </a:r>
          </a:p>
          <a:p>
            <a:pPr/>
            <a:r>
              <a:t>|----------------------|-----------------------------------------|---------------------------------------|--------------------------------------------|</a:t>
            </a:r>
          </a:p>
          <a:p>
            <a:pPr/>
            <a:r>
              <a:t>| Market Focus         | Broad IoT Automation &amp; Building Mgmt    | LoRaWAN-focused IoT hardware &amp; gateways| Smart access and building intelligence, multifamily residential focus |</a:t>
            </a:r>
          </a:p>
          <a:p>
            <a:pPr/>
            <a:r>
              <a:t>| Market Position      | Positioned as a Blue Ocean IoT innovator focused on large-scale IoT automation | LoRaWAN IoT hardware solution provider with regional market development focus (Italy) | Channel partner-driven smart building access platform for multifamily properties |</a:t>
            </a:r>
          </a:p>
          <a:p>
            <a:pPr/>
            <a:r>
              <a:t>| Deployment Scale     | Deployed in 30 US states + 2 European countries; 40+ million sq. ft | Primarily professional markets in Italy; gateway hardware specialist | Channel partner network model; focus on installers &amp; integrators  |</a:t>
            </a:r>
          </a:p>
          <a:p>
            <a:pPr/>
            <a:r>
              <a:t>| Differentiator       | Non-proprietary, cloud-based platform supporting full building lifecycle management without on-premise servers | End-to-end LoRaWAN hardware solutions for professional users | Robust partner/channel program supporting next-gen building technology sales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Technology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Feature                      | Titanium                                        | TEKTELIC                                  | DOOR                                        |</a:t>
            </a:r>
          </a:p>
          <a:p>
            <a:pPr/>
            <a:r>
              <a:t>|------------------------------|------------------------------------------------|--------------------------------------------|---------------------------------------------|</a:t>
            </a:r>
          </a:p>
          <a:p>
            <a:pPr/>
            <a:r>
              <a:t>| Platform Type                | Cloud-based IoT Automation System, fully integrated | LoRaWAN Gateways and hardware              | Smart access control &amp; building intelligence platform |</a:t>
            </a:r>
          </a:p>
          <a:p>
            <a:pPr/>
            <a:r>
              <a:t>| Cloud Deployment            | Uses AWS global cloud (SOC2/ISO compliant); 24/7 availability with automated failover | Not explicitly described; focus on hardware | Cloud-based subscription model with partner access |</a:t>
            </a:r>
          </a:p>
          <a:p>
            <a:pPr/>
            <a:r>
              <a:t>| Architecture                | Unified end-to-end system (hardware to cloud to AI analytics); no middleware; supports multiple protocols and uplinks | Specialized LoRaWAN gateway hardware, focus on network infrastructure | Focused on access control, analytics, and building intelligence for multifamily |</a:t>
            </a:r>
          </a:p>
          <a:p>
            <a:pPr/>
            <a:r>
              <a:t>| Hardware                    | Non-proprietary hardware; multi-vendor supported | Proprietary LoRaWAN gateways               | Premium hardware for access control and integration |</a:t>
            </a:r>
          </a:p>
          <a:p>
            <a:pPr/>
            <a:r>
              <a:t>| Network Independence       | Does not require on-premise servers, local Wi-Fi, hubs, or repeaters; segregated and secure network | LoRaWAN wireless, presumably requires LoRa infrastructure | Requires network connectivity; specifics not detailed |</a:t>
            </a:r>
          </a:p>
          <a:p>
            <a:pPr/>
            <a:r>
              <a:t>| Data &amp; Analytics            | Real-time bidirectional data; 3-year storage; supports AI analytics and ESG reporting | Not detailed                                | Provides analytics and dashboards tailored to building intelligence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Product Features and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Feature                   | Titanium                                      | TEKTELIC                                      | DOOR                                          |</a:t>
            </a:r>
          </a:p>
          <a:p>
            <a:pPr/>
            <a:r>
              <a:t>|----------------------------|----------------------------------------------|------------------------------------------------|-----------------------------------------------|</a:t>
            </a:r>
          </a:p>
          <a:p>
            <a:pPr/>
            <a:r>
              <a:t>| Automation &amp; BMS           | Supports 80% of commercial buildings with no existing BMS | Not stated; focus on network gateways          | Primarily focused on access and building intelligence for multifamily residential |</a:t>
            </a:r>
          </a:p>
          <a:p>
            <a:pPr/>
            <a:r>
              <a:t>| Interoperability           | Open-source platform, APIs for CRM, ERP, IoT device integration | Proprietary hardware ecosystem                  | Partnerships with installers and integrators to expand ecosystem |</a:t>
            </a:r>
          </a:p>
          <a:p>
            <a:pPr/>
            <a:r>
              <a:t>| Firmware Updates           | Remote over-the-air updates (FUOTA) with no system interruption | Not specified                                  | Not specified                                  |</a:t>
            </a:r>
          </a:p>
          <a:p>
            <a:pPr/>
            <a:r>
              <a:t>| Installation               | Self-install with 80% reduced installation cost; no wiring or local network needed | Installation support implied                     | Supports channel partners for installation and deployment |</a:t>
            </a:r>
          </a:p>
          <a:p>
            <a:pPr/>
            <a:r>
              <a:t>| Security Architecture      | End-to-end encryption, segregated network, SOC2 Type II compliance (WIP) | Security not described                           | Security implied via premium hardware and enterprise solutions |</a:t>
            </a:r>
          </a:p>
          <a:p>
            <a:pPr/>
            <a:r>
              <a:t>| Incident Reporting &amp; Alerts| Multi-level, cascading notifications (VOIP, email, SMS) with acknowledgment, incident history | Not described                                   | Likely partner-supported alerts and reporting capabilities |</a:t>
            </a:r>
          </a:p>
          <a:p>
            <a:pPr/>
            <a:r>
              <a:t>| Scalability &amp; Expandability| Incremental cost expansion; plug-and-play unified architecture | Hardware upgrades possible                       | Scalable via partner network and subscription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Market Gaps Addressed (Titanium Focus)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Challenge                              | Titanium Solution                              | Market (general issues)                    |</a:t>
            </a:r>
          </a:p>
          <a:p>
            <a:pPr/>
            <a:r>
              <a:t>|---------------------------------------|------------------------------------------------|--------------------------------------------|</a:t>
            </a:r>
          </a:p>
          <a:p>
            <a:pPr/>
            <a:r>
              <a:t>| Deploying at scale for thousands of devices | Comprehensive architecture avoiding middleware failures; direct-to-cloud communication | Many IoT platforms face mesh-network and middleware complexity |</a:t>
            </a:r>
          </a:p>
          <a:p>
            <a:pPr/>
            <a:r>
              <a:t>| Mesh wireless interference and reliability | No local hubs/repeaters; multiple protocol support; segregation for reliability | Mesh networks and 2.4GHz congestion cause connectivity gaps |</a:t>
            </a:r>
          </a:p>
          <a:p>
            <a:pPr/>
            <a:r>
              <a:t>| Vendor Lock-in &amp; interoperability | Open-source, non-proprietary hardware and software | Proprietary APIs and hardware limit integration and backward compatibility |</a:t>
            </a:r>
          </a:p>
          <a:p>
            <a:pPr/>
            <a:r>
              <a:t>| Security vulnerabilities              | Strong encryption, segregated networks, cloud compliance | Local Wi-Fi and cloud dependencies increase risk |</a:t>
            </a:r>
          </a:p>
          <a:p>
            <a:pPr/>
            <a:r>
              <a:t>| Cost-effective deployment in unserved buildings | No on-premise servers, self-install options, works in 80% buildings without BMS | Legacy BMS solutions cover only 20% of buildings; wiring costs prohibitive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Customer and Partner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Aspect                 | Titanium                              | TEKTELIC                            | DOOR                                         |</a:t>
            </a:r>
          </a:p>
          <a:p>
            <a:pPr/>
            <a:r>
              <a:t>|------------------------|-------------------------------------|-----------------------------------|----------------------------------------------|</a:t>
            </a:r>
          </a:p>
          <a:p>
            <a:pPr/>
            <a:r>
              <a:t>| Customer Access        | Licenses for unlimited users; 24/7 cloud access | Support team described as kind, cooperative, professional | Channel Partner Program with marketing, lead referrals, dedicated support |</a:t>
            </a:r>
          </a:p>
          <a:p>
            <a:pPr/>
            <a:r>
              <a:t>| Partner/Installer Support | Self-install options for customers | Not detailed                       | Strong partner network and resources for growth |</a:t>
            </a:r>
          </a:p>
          <a:p>
            <a:pPr/>
            <a:r>
              <a:t>| Communication &amp; Escalation | Multi-channel notifications (VOIP, email, SMS) with audit trail | Not detailed                       | Partner network likely handles support and escalations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Summary and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Company   | Strengths                                                                                       | Limitations / Unknowns                                      |</a:t>
            </a:r>
          </a:p>
          <a:p>
            <a:pPr/>
            <a:r>
              <a:t>|-----------|------------------------------------------------------------------------------------------------|-------------------------------------------------------------|</a:t>
            </a:r>
          </a:p>
          <a:p>
            <a:pPr/>
            <a:r>
              <a:t>| Titanium  | Comprehensive IoT platform with cloud automation, AI analytics, strong security, multi-protocol support, broad building applicability, self-install | Relies on AWS cloud; certification in progress; still expanding deployments internationally |</a:t>
            </a:r>
          </a:p>
          <a:p>
            <a:pPr/>
            <a:r>
              <a:t>| TEKTELIC  | Specialized LoRaWAN gateway hardware; trusted technical partner; regional market expertise | Limited public info on software platform or cloud services; hardware-focused vs full system |</a:t>
            </a:r>
          </a:p>
          <a:p>
            <a:pPr/>
            <a:r>
              <a:t>| DOOR      | Strong channel partner ecosystem; focus on multifamily smart access; premium product &amp; support | Scope appears narrower (access focused); few technology details publicly available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**Titanium** stands out as a comprehensive, scalable, and secure IoT automation and building management platform aimed at overcoming common market gaps such as vendor lock-in, scale, and security. Its cloud-based, unified architecture supports multi-protocol networks without local network dependencies, making it flexible and cost-effective for large-scale deployment.</a:t>
            </a:r>
          </a:p>
          <a:p>
            <a:pPr/>
            <a:r>
              <a:t>**TEKTELIC** is a hardware-centric competitor focusing on professional-grade LoRaWAN gateways. It seems focused on network infrastructure more than full platform integration or cloud automation.</a:t>
            </a:r>
          </a:p>
          <a:p>
            <a:pPr/>
            <a:r>
              <a:t>**DOOR** serves a niche in smart access and building intelligence for multifamily residential properties with a strong partner program to facilitate installation and growth, but offers less detailed technology depth in IoT lifecycle management compared to Titanium.</a:t>
            </a:r>
          </a:p>
          <a:p>
            <a:pPr/>
            <a:r>
              <a:t>Titanium’s differentiation lies in its commitment to open standards, cloud reliability, and the full automation spectrum suited for diverse commercial and residential building IoT needs — positioning it as an innovative Blue Ocean player in the broad IoT platform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